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E75B6"/>
                </a:solidFill>
              </a:defRPr>
            </a:pPr>
            <a:r>
              <a:t>Sales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t>Generated on January 09,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99999"/>
                </a:solidFill>
              </a:defRPr>
            </a:pPr>
            <a:r>
              <a:t>Data Analytics Team | January 09,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Data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Total Records: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Columns Analyzed: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4688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• revenue Total: 811,000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7889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• revenue Average: 67,583.33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089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• revenue Max: 95,000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Expenses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8862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• expenses Total: 499,000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2062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• expenses Average: 41,583.33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526279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• expenses Max: 55,000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46319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Profit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303519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• profit Total: 312,000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623559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• profit Average: 26,000.00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943599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• profit Max: 40,000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Revenue by Month</a:t>
            </a:r>
          </a:p>
        </p:txBody>
      </p:sp>
      <p:pic>
        <p:nvPicPr>
          <p:cNvPr id="3" name="Picture 2" descr="b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54296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Top 12 month by revenue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Revenue by Region</a:t>
            </a:r>
          </a:p>
        </p:txBody>
      </p:sp>
      <p:pic>
        <p:nvPicPr>
          <p:cNvPr id="3" name="Picture 2" descr="pi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72905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Distribution across region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Numeric Trends Comparison</a:t>
            </a:r>
          </a:p>
        </p:txBody>
      </p:sp>
      <p:pic>
        <p:nvPicPr>
          <p:cNvPr id="3" name="Picture 2" descr="lin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54186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Trends across month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